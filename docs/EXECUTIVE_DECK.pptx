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ROYALBIT ASIMOV - Executive Deck (Vendor-Agnostic)
==================================================
Generic version for consultants and enterprises.
Customize the "Questions?" slide with your company/contact info.
Generate PDF:  marp --no-stdin EXECUTIVE_DECK.md -o EXECUTIVE_DECK.pdf
Generate PPTX: marp --no-stdin EXECUTIVE_DECK.md --pptx -o EXECUTIVE_DECK.pptx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RoyalBit Asimov</dc:title>
  <dc:subject>PptxGenJS Presentation</dc:subject>
  <dc:creator>Created by Marp</dc:creator>
  <cp:lastModifiedBy>Created by Marp</cp:lastModifiedBy>
  <cp:revision>1</cp:revision>
  <dcterms:created xsi:type="dcterms:W3CDTF">2025-12-01T01:18:00Z</dcterms:created>
  <dcterms:modified xsi:type="dcterms:W3CDTF">2025-12-01T01:18:00Z</dcterms:modified>
</cp:coreProperties>
</file>